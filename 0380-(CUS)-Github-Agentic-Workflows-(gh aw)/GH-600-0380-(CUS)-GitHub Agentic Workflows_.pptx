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29T11:02:38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F7ECB-89F8-4CB7-A148-7A4BB98618BA}" type="datetimeFigureOut"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0A102-83B3-4B45-99AA-1E36697516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aw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Agentic Workflows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introductoria para crear, compilar y ejecutar workflows con agentes de IA usando gh aw.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es la fuente, gh aw es la herramienta y GitHub Actions es la infraestructura.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18872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417320"/>
            <a:ext cx="155448" cy="15544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417320"/>
            <a:ext cx="155448" cy="15544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1417320"/>
            <a:ext cx="155448" cy="15544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2024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hello-agent.md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hello-agent.lock.yml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aw compile \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.github/workflows/hello-agent.md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→ .lock.yml → Actions → Agente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01 · CONCEPTO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¿Qué es GitHub Agentic Workflows?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gh-aw permite definir workflows basados en agentes de IA que se ejecutan dentro de GitHub Actions.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lugar de escribir a mano un workflow completo en YAML, lo definimos en un archivo Markdown.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aw compile genera el workflow que ejecuta GitHub Actions.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 oficial</a:t>
            </a:r>
            <a:endParaRPr lang="en-US" sz="1200" dirty="0"/>
          </a:p>
          <a:p>
            <a:pPr marL="0" indent="0">
              <a:buNone/>
            </a:pPr>
            <a:r>
              <a:rPr lang="en-US" sz="1800" u="sng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github.github.com/gh-aw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830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Frontmatter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del workflow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0" y="3429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4747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 para el agente en lenguaje natural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4663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gh aw compile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51663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5166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 listo para GitHub Actions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02 · 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Arquitectura básica: del .md al resultado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Agentic Workflow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gh aw compile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0604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2CC6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.lock.yml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8056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generado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de ejecución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467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Agente de IA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2960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+ contexto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3836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92124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0412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Resultado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10412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/ PR / etc.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la fuente del Agentic Workflow.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7680" y="38404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.lock.yml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workflow generado.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46720" y="38404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la infraestructura de ejecución.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gh-aw simplifica cómo definimos un workflow agéntico, pero no elimina GitHub Actions.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03 · LAS TRES PIEZAS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gh, gh aw y GitHub Actions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CLI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CLI de GitHub.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--version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Agentic Workflows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trabajar con Agentic Workflows desde GitHub CLI.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aw version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 la infraestructura donde se ejecutan los workflows.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21040" y="374904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workflow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aw te permite: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46888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compilar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8912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inspeccionar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2104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se ejecutan sobre GitHub Actions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04 · PUESTA EN MARCHA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Requisitos e instalación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Antes de comenzar necesitás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478024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repositorio de GitHub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81528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0266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CLI (gh)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85032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6301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contra GitHub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288536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2336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gh-aw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8371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habilitado en el repositorio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5495544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95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4406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Credenciales del motor de IA que use el workflow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35040" y="1691640"/>
            <a:ext cx="5577840" cy="4434840"/>
          </a:xfrm>
          <a:prstGeom prst="roundRect">
            <a:avLst>
              <a:gd name="adj" fmla="val 1237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737360"/>
            <a:ext cx="5394960" cy="4343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GitHub CLI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--version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status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gh-aw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extension install github/gh-aw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la instalación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version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Consultar la ayuda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--help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05 · ESTRUCTURA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archivo Markdown del agente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480560" cy="1371600"/>
          </a:xfrm>
          <a:prstGeom prst="roundRect">
            <a:avLst>
              <a:gd name="adj" fmla="val 4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42976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workflows/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hello-agent.md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hello-agent.lock.yml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918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hello-agent.md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fuente: el que editamos y mantenemos.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463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hello-agent.lock.yml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 por gh aw compile. Es el workflow de GitHub Actions.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0" y="1691640"/>
            <a:ext cx="6309360" cy="3840480"/>
          </a:xfrm>
          <a:prstGeom prst="roundRect">
            <a:avLst>
              <a:gd name="adj" fmla="val 1429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783080"/>
            <a:ext cx="594360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hello-agent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safe-outputs: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create-issue: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 el README de este repositorio.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 un resumen de los principales objetivos del proyecto.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Finalmente crea un Issue con el resultado.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571500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5715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Frontmatter: configuración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5715000"/>
            <a:ext cx="3108960" cy="411480"/>
          </a:xfrm>
          <a:prstGeom prst="roundRect">
            <a:avLst>
              <a:gd name="adj" fmla="val 48889"/>
            </a:avLst>
          </a:prstGeom>
          <a:solidFill>
            <a:srgbClr val="161B22"/>
          </a:solidFill>
          <a:ln w="15875">
            <a:solidFill>
              <a:srgbClr val="F0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Markdown: instrucciones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06 · FRONTMATTER Y TRIGGERS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Configuración y cuándo se ejecuta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frontmatter define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231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9535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8386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51376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0142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681728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5445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outputs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1691640"/>
            <a:ext cx="31546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workflow_dispatch: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manual del workflow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66760" y="1691640"/>
            <a:ext cx="31546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programada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3474720"/>
            <a:ext cx="31546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5780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Eventos de issues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66760" y="3474720"/>
            <a:ext cx="315468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pull_request: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9536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Eventos de pull requests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trigger determina qué evento inicia el Agentic Workflow.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07 · COMPILAR Y EJECUTAR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Compilar y ejecutar el agente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Compilar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aw compile .github/workflows/hello-agent.md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2103120" cy="502920"/>
          </a:xfrm>
          <a:prstGeom prst="roundRect">
            <a:avLst>
              <a:gd name="adj" fmla="val 10909"/>
            </a:avLst>
          </a:prstGeom>
          <a:ln w="12700">
            <a:solidFill>
              <a:srgbClr val="F0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429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3429000"/>
            <a:ext cx="2286000" cy="502920"/>
          </a:xfrm>
          <a:prstGeom prst="roundRect">
            <a:avLst>
              <a:gd name="adj" fmla="val 10909"/>
            </a:avLst>
          </a:prstGeom>
          <a:ln w="12700">
            <a:solidFill>
              <a:srgbClr val="F2CC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hello-agent.lock.yml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.md es la fuente que mantenemos. El .lock.yml contiene la configuración ejecutable por GitHub Actions.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compilación genera la configuración ejecutable; las instrucciones del Markdown pueden cargarse durante la ejecución.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Ejecutar (workflow_dispatch)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92240" y="246888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99923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324612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7764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40233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45537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480060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workflow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46920" y="246888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ejecuta el Agentic Workflow y permite consultar su estado y sus logs.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08 · CONTROL Y SEGURIDAD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Outputs y Secrets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Outputs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Salidas controladas: definen qué operaciones se habilitan como resultado del agente.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466344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safe-outputs: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create-issue: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420624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420624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Issue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420624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Issue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agente actúa dentro de capacidades y límites explícitamente definidos, no con permisos ilimitados.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Credenciales y Secrets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almacenan como Secrets de GitHub Actions: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788920"/>
            <a:ext cx="4663440" cy="1143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Secrets and variables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Actions → Repository secrets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con Copilot: </a:t>
            </a:r>
            <a:r>
              <a:rPr lang="en-US" sz="13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COPILOT_GITHUB_TOKEN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484632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Nunca coloques tokens o secretos directamente dentro del repositorio.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09 · COMANDOS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Comandos de gh aw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version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Muestra la versión instalada.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0420" y="169164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0" y="182880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init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3300" y="22860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Inicializa la configuración necesaria.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2880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new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Comienza la creación de un nuevo workflow.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83980" y="169164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6860" y="182880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add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66860" y="22860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un Agentic Workflow.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3756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add-wizard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guiado para agregar/configurar un workflow.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0420" y="320040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3300" y="333756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compile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43300" y="379476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 la definición del Agentic Workflow.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20040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33756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list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79476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los Agentic Workflows disponibles.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83980" y="320040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6860" y="333756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run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66860" y="379476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 la ejecución de un Agentic Workflow.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84632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status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30352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Inspecciona el estado de ejecución.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60420" y="470916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3300" y="484632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logs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43300" y="530352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los logs de las ejecuciones.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470916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84632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doctor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530352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Diagnostica problemas de configuración o entorno.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83980" y="4709160"/>
            <a:ext cx="262890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6860" y="484632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--help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66860" y="530352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Comandos disponibles; también gh aw compile --help.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 · FLUJO COMPLETO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 cero al resultado en 10 pasos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4144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Verificar GitHub CLI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--version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8064" y="169164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980944" y="187452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9809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0944" y="244144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Verificar autenticación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80944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169164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230368" y="187452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303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0368" y="244144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Instalar gh-aw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0368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extension install github/gh-aw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96912" y="169164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479792" y="187452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47979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79792" y="244144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Verificar instalación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79792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version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46336" y="169164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729216" y="187452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7292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29216" y="244144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Crear el workflow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29216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.github/workflows/hello-agent.md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77316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Compilar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53035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compile .github/workflows/hello-agent.md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98064" y="402336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2980944" y="420624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98094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980944" y="477316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Commit y push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980944" y="53035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47488" y="402336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230368" y="420624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23036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30368" y="477316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Ejecutar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230368" y="53035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→ hello-agent → Run workflow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96912" y="402336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479792" y="4206240"/>
            <a:ext cx="457200" cy="457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47979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79792" y="477316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Observar la ejecución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479792" y="53035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run, jobs, logs, errores y outputs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46336" y="4023360"/>
            <a:ext cx="2066544" cy="2103120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9729216" y="42062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72921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729216" y="4773168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Verificar el resultado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729216" y="53035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Issue, Pull Request u otro artefacto permitido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11 · BUENAS PRÁCTICAS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Agentes con límites reales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 el workflow puede modificar el repo o dejar acciones persistentes: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least privilege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Limitar los permisos del workflow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acceso innecesario a secretos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branches y Pull Requests para cambios de código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resultados con checks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Conservar logs y evidencia de ejecución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Safe Outputs cuando corresponda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Incorporar revisión humana en operaciones sensibles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modifiques producción"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solamente una instrucción. Una instrucción escrita para el agente no reemplaza un control técnico.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3474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límites reales se implementan con: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9580" y="393192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958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921240" y="393192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Protection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66344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663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Checks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69580" y="466344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9580" y="4663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CODEOWNERS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21240" y="466344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4663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539496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5394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69580" y="539496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5394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921240" y="5394960"/>
            <a:ext cx="16916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5394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Outputs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12 · 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Cada componente y su responsabilidad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aw  ·  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085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117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Componente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117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Responsabilidad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 de GitHub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 aw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Gestión de Agentic Workflows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.md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Fuente del Agentic Workflow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Frontmatter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Configuración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Markdown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Instrucciones para el agente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 aw compile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Compilación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.lock.yml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 generado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GitHub Actions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Infraestructura de ejecución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Trigger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Determina cuándo comienza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Safe Outputs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 salidas controladas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Secrets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Almacena credenciales de manera segura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55448" marR="155448" marT="27432" marB="2743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IDEA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Agentes que actúan dentro de límites explícitos, observables y controlados.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AA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gh-aw expresa workflows agénticos de forma más cercana al lenguaje natural, sin eliminar la infraestructura subyacente de GitHub Actions.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6766560" cy="731520"/>
          </a:xfrm>
          <a:prstGeom prst="roundRect">
            <a:avLst>
              <a:gd name="adj" fmla="val 75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74920"/>
            <a:ext cx="658368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 → gh aw compile → .lock.yml → GitHub Actions → Agent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822960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9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Referencias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0" y="1691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Agentic Workflows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github.github.com/gh-aw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2971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CLI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cli.github.com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0F6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Actions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docs.github.com/actions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2026-10-29T10:47:06Z</dcterms:created>
  <dcterms:modified xsi:type="dcterms:W3CDTF">2026-10-29T11:06:57Z</dcterms:modified>
</cp:coreProperties>
</file>