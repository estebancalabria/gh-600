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2FDED-F5B6-6EEC-80EB-252F621E8378}" v="7" dt="2026-10-28T21:39:26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067A4-5C9D-4AA3-BB1F-08FC6E6914DC}" type="datetimeFigureOut"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D2D1A-44CC-45F3-A19A-FD2576AD517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· AGENTES EN EL SDLC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949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casos de uso de agentes de GitHub Copilot en ingeniería de software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asistentes que sugieren a agentes que ejecutan trabajo verificable dentro del SDLC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equipos de desarrollo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0" y="118872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89720" y="118872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8972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966960" y="118872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44200" y="118872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442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0" y="205740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89720" y="205740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66960" y="205740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44200" y="205740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442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12480" y="292608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89720" y="292608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966960" y="292608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744200" y="292608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4420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12480" y="379476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89720" y="379476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972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966960" y="379476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696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744200" y="379476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4420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12480" y="466344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189720" y="466344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8972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966960" y="466344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6696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744200" y="466344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4420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12480" y="5669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fases · 20 escenarios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sugerir código a entregar trabajo verificable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164592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líneas y responde preguntas mientras tú escribes. El control del flujo es tuyo en cada paso.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99632" y="1463040"/>
            <a:ext cx="5440680" cy="16459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73952" y="1965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una tarea, trabaja en segundo plano y devuelve un pull request con pruebas y evidencia para revisar.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691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pic>
        <p:nvPicPr>
          <p:cNvPr id="10" name="Image 0" descr="/agent/turn1/workspace/output/_anthropic_assets/icon-clipboard-task-1a686e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D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4343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asignada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4937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tarea clara o @copilot en un issue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23160" y="3474720"/>
            <a:ext cx="1691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pic>
        <p:nvPicPr>
          <p:cNvPr id="15" name="Image 1" descr="/agent/turn1/workspace/output/_anthropic_assets/icon-cloud-8ad75a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D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2606040" y="4343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aislado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606040" y="4937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en la nube con rama propia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297680" y="3474720"/>
            <a:ext cx="1691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pic>
        <p:nvPicPr>
          <p:cNvPr id="20" name="Image 2" descr="/agent/turn1/workspace/output/_anthropic_assets/icon-lightbulb-4e6126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65760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9496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D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4480560" y="4343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 exploración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480560" y="4937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repo y sus instrucciones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172200" y="3474720"/>
            <a:ext cx="1691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pic>
        <p:nvPicPr>
          <p:cNvPr id="25" name="Image 3" descr="/agent/turn1/workspace/output/_anthropic_assets/icon-code-ca038f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65760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948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D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6355080" y="4343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pruebas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355080" y="4937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Edita, ejecuta pruebas y linters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046720" y="3474720"/>
            <a:ext cx="1691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pic>
        <p:nvPicPr>
          <p:cNvPr id="30" name="Image 4" descr="/agent/turn1/workspace/output/_anthropic_assets/icon-branch-fork-c3d5cd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65760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4400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D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8229600" y="4343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8229600" y="4937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cambios y resultado de CI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9921240" y="3474720"/>
            <a:ext cx="1691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pic>
        <p:nvPicPr>
          <p:cNvPr id="35" name="Image 5" descr="/agent/turn1/workspace/output/_anthropic_assets/icon-eye-cf3148d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4120" y="365760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101852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D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37" name="Text 29"/>
          <p:cNvSpPr/>
          <p:nvPr/>
        </p:nvSpPr>
        <p:spPr>
          <a:xfrm>
            <a:off x="10104120" y="4343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humana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10104120" y="4937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apruebas, comentas o pides ajustes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documentación y blog de GitHub sobre el agente de codificación de Copilot.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de los 20 casos a lo largo del SDLC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103120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07008" y="2423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issues en historias claras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83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07008" y="3429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 issues entrantes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89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07008" y="4434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épicas en sub-issues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3949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07008" y="5440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técnico y análisis de impacto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88920" y="1371600"/>
            <a:ext cx="2103120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1371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237744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23774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47288" y="2423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una issue y abrir PR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88920" y="338328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3383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447288" y="3429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bugs con test de regresión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88920" y="438912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4389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47288" y="4434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Refactorizar deuda técnica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88920" y="539496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0360" y="53949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447288" y="5440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dependencias y frameworks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1371600"/>
            <a:ext cx="2103120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371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seguridad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237744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3774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687568" y="2423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Cubrir código sin pruebas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0" y="338328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383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687568" y="3429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E2E de flujos críticos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0" y="438912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4389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687568" y="4434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código en pull requests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0" y="539496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53949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687568" y="5440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Remediar alertas de seguridad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269480" y="1371600"/>
            <a:ext cx="2103120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1371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y operaciones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69480" y="237744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23774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927848" y="2423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Reparar CI fallido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269480" y="338328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60920" y="3383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927848" y="3429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Modernizar workflows de Actions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269480" y="438912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60920" y="4389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927848" y="4434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infraestructura como código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269480" y="539496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60920" y="53949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7927848" y="5440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incidentes y preparar hotfix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509760" y="1371600"/>
            <a:ext cx="2103120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46920" y="1371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y mantenimiento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509760" y="237744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01200" y="23774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10168128" y="2423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al día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509760" y="338328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01200" y="3383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10168128" y="3429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guiado al repositorio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509760" y="438912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01200" y="4389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10168128" y="4434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y changelog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509760" y="539496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01200" y="53949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10168128" y="5440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programado semanal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PLANIFICACIÓN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Refinar issues ambiguos en historias listas para sprint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issue dice «mejorar el login» sin más contexto. El agente lo convierte en una historia accionable.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con etiqueta needs-refinement o mención a @copilot en el backlog.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código y el historial relacionado; propone historia, criterios de aceptación y preguntas abiertas.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estructurado con enlaces a archivos y PR que respaldan cada criterio.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 owner aprueba o ajusta los criterios antes de entrar al sprint.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PLANIFICACIÓN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 automático de issues entrantes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Llegan decenas de reportes por semana y el equipo pierde tiempo clasificándolos.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issue abierto en el repositorio.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por área y severidad, detecta duplicados e intenta reproducir el problema con los pasos del reporte.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aplicadas, enlace al duplicado y registro de la reproducción.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mantenedor revisa las severidades altas antes de priorizar.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PLANIFICACIÓN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Dividir épicas en sub-issues estimables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épica de varias semanas debe partirse en trabajo asignable a personas.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marcada como lista para planificar.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los módulos afectados y propone sub-issues con dependencias y orden de entrega.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Sub-issues enlazadas, cada una con alcance y criterio de terminado.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tech lead valida el desglose y las estimaciones en la planificación.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PLANIFICACIÓN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Spike técnico y análisis de impacto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cambiar un módulo central, el equipo quiere saber qué podría romperse.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en el chat o issue de tipo spike.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el repositorio, mapea llamadas y dependencias, y compara alternativas con pros y contras.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con rutas de archivo, dependencias afectadas y riesgos identificados.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arquitecto decide la opción; aquí el agente no modifica código.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DESARROLLO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Implementar una issue bien definida y abrir un PR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issue pequeño y claro espera en el backlog desde hace semanas.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asigna el issue a Copilot.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rama, planifica, escribe el código, ejecuta las pruebas y abre un pull request.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con resumen de cambios, pruebas ejecutadas y resultado del CI.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revisa y aprueba; el agente no fusiona a la rama principal.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DESARROLLO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Corregir un bug con prueba de regresión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reporte de producción trae el stack trace y los pasos para reproducir.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 bug asignado al agente.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el fallo con una prueba que falla, aplica la corrección mínima y confirma que pasa.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en rojo y luego en verde, visible en los commits y en el CI.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responsable del módulo valida la causa raíz, no solo el síntoma.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DESARROLLO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Refactorizar deuda técnica por lotes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duplicado y APIs obsoletas frenan cada cambio nuevo.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 deuda técnica con alcance acotado.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Reorganiza módulos o reemplaza APIs obsoletas en pasos pequeños, sin cambiar el comportamiento.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existentes en verde sin modificarlas; diff dividido en commits revisables.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limita el tamaño del PR y se verifica que el comportamiento público no cambie.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DESARROLLO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Migrar dependencias y frameworks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de versión un framework implica tocar cientos de archivos.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Dependabot o issue de migración.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guía de migración, actualiza código y configuración, y corrige fallos de build y pruebas.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 pruebas en verde, con lista de cambios incompatibles resueltos.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humana de los cambios incompatibles y despliegue gradual en staging.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CALIDAD Y SEGURIDAD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Cubrir con pruebas el código sin cobertura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módulo crítico tiene poca cobertura y nadie se anima a tocarlo.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 cobertura o ejecución programada.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rutas sin cubrir, escribe pruebas unitarias con el framework del repo y las ejecuta.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cobertura antes y después, adjunto en el PR.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revisa que las pruebas validen comportamiento y no solo suban el porcentaje.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CALIDAD Y SEGURIDAD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 E2E para flujos críticos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pago solo se prueba a mano antes de cada release.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 automatización de QA.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escenarios end-to-end con el framework existente, prepara datos de prueba y los ejecuta en CI.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Ejecuciones en CI con trazas o capturas y seguimiento de pruebas inestables.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aprueba los escenarios y define cuándo bloquean un release.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CALIDAD Y SEGURIDAD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Revisión de código en pull requests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 esperan días por un primer revisor disponible.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solicita a Copilot como revisor del PR.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diff, señala errores, riesgos y estilo, y propone cambios aplicables con un clic.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en línea con sugerencias concretas ligadas a las líneas del cambio.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aprobación final sigue siendo humana; Copilot complementa a los revisores.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CALIDAD Y SEGURIDAD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Remediar alertas de seguridad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acumulan hallazgos de escaneo de código y dependencias vulnerables.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code scanning o de Dependabot.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 alerta, aplica una corrección propuesta y valida que no rompa el comportamiento.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cerrada por el escaneo, pruebas en verde y explicación de la vulnerabilidad.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revisa los cambios en autenticación, criptografía y permisos.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CI/CD Y OPERACIONES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Reparar pipelines de CI fallidos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dejó el pipeline en rojo y bloquea a todo el equipo.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de workflow en la rama principal o en un PR.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los logs, identifica la causa (dependencia, prueba inestable, configuración) y propone el arreglo.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ejecución del workflow en verde, con el log del fallo original enlazado.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revisa que no se desactiven pruebas solo para «poner en verde» el pipeline.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CI/CD Y OPERACIONES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Modernizar workflows de GitHub Actions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acciones antiguas, sin caché y con permisos excesivos.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 mantenimiento del pipeline.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versiones, fija acciones por SHA, añade caché y reduce los permisos del token.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ejecución comparados antes y después; workflows válidos en CI.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aprueba cualquier cambio en secretos o entornos de despliegue.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CI/CD Y OPERACIONES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Cambios de infraestructura como código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recurso en la nube exige editar varios archivos de IaC.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con el requerimiento de infraestructura.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Terraform o Bicep siguiendo los módulos del repo y ejecuta validación y plan.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«plan» adjunta al PR con recursos a crear, cambiar o eliminar.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una persona autorizada aplica el cambio; el agente no despliega a producción.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CI/CD Y OPERACIONES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Investigar incidentes y preparar un hotfix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alerta de producción llega de madrugada con poco contexto.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abierto como issue, con datos de observabilidad vía MCP.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 logs, despliegues recientes y código; plantea hipótesis y prepara un PR de hotfix.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Cronología con hipótesis, enlaces a logs y commits sospechosos, y PR de corrección.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responsable de guardia decide si aplica el hotfix y controla el despliegue.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DOCS Y MANTENIMIENTO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Mantener la documentación al día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README y la documentación de API quedaron atrás del código.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fusionado que modifica una API pública.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código y docs, actualiza ejemplos, referencias y guías de uso.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código probados y enlaces validados.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autor del cambio revisa la exactitud técnica y el tono.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DOCS Y MANTENIMIENTO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guiado al repositorio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nueva debe entender la arquitectura durante su primera semana.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en el chat del repositorio.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módulos, flujos y convenciones, y sugiere issues adecuados para un primer aporte.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con referencias a archivos y líneas concretas del repositorio.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mentora valida lo esencial; el agente no sustituye el acompañamiento.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DOCS Y MANTENIMIENTO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 notes y changelog automáticos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exige leer decenas de PR para redactar las notas.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etiqueta de versión o hito de release.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los PR por tipo, resume los cambios para usuarios y señala los cambios incompatibles.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 del changelog enlaza al PR o issue de origen.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revisa el lenguaje y decide qué se comunica a los clientes.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2834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69680" y="2743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869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casos de uso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696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DOCS Y MANTENIMIENTO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Mantenimiento programado semanal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repetitivas se acumulan: pruebas inestables, dependencias, cobertura.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flash-fc992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programada o evento del repositorio.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agent/turn1/workspace/output/_anthropic_assets/icon-bot-551324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2186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DEL AGENTE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repositorio cada semana y abre PR pequeños con las mejoras encontradas.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11312" y="3017520"/>
            <a:ext cx="3611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2186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32186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VERIFICABLE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85632" y="38404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semanal con PR abiertos, cobertura y pruebas inestables detectadas.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806440"/>
            <a:ext cx="11274552" cy="640080"/>
          </a:xfrm>
          <a:prstGeom prst="rect">
            <a:avLst/>
          </a:prstGeom>
          <a:solidFill>
            <a:srgbClr val="E8DFCC"/>
          </a:solidFill>
          <a:ln w="12700">
            <a:solidFill>
              <a:srgbClr val="E8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43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humano: 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fijan límites de alcance y aprobaciones; se pausa si baja la tasa de aceptación.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" name="Image 0" descr="/agent/turn1/workspace/output/_anthropic_assets/icon-bot-f3db98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31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7373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hace verificable el trabajo de un agente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43891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20 casos comparten las mismas cuatro condiciones.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754880" y="64008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pic>
        <p:nvPicPr>
          <p:cNvPr id="7" name="Image 1" descr="/agent/turn1/workspace/output/_anthropic_assets/icon-shield-checkmark-b2a8a7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Aislamiento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029200" y="21031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trabaja en un entorno acotado y en su propia rama, nunca directamente sobre la principal.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412480" y="64008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pic>
        <p:nvPicPr>
          <p:cNvPr id="11" name="Image 2" descr="/agent/turn1/workspace/output/_anthropic_assets/icon-checkmark-circle-7436c7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91440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Evidencia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8686800" y="21031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entrega incluye pruebas, resultado de CI, logs o reportes que cualquiera puede contrastar.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754880" y="365760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pic>
        <p:nvPicPr>
          <p:cNvPr id="15" name="Image 3" descr="/agent/turn1/workspace/output/_anthropic_assets/icon-person-2962cd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931920"/>
            <a:ext cx="548640" cy="548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2920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Revisión humana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5029200" y="51206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cambio llega como pull request; una persona decide si se aprueba y se fusiona.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412480" y="365760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C0"/>
            </a:solidFill>
            <a:prstDash val="solid"/>
          </a:ln>
        </p:spPr>
      </p:sp>
      <p:pic>
        <p:nvPicPr>
          <p:cNvPr id="19" name="Image 4" descr="/agent/turn1/workspace/output/_anthropic_assets/icon-clipboard-task-1a686e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393192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8680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explícito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8686800" y="51206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del repositorio, alcance limitado y criterios de terminado claros desde la issue.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20 casos a tu primer piloto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pequeño, mide y amplía el alcance según los resultados.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474720" cy="3108960"/>
          </a:xfrm>
          <a:prstGeom prst="rect">
            <a:avLst/>
          </a:prstGeom>
          <a:solidFill>
            <a:srgbClr val="1D2D52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4A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Elige 2 o 3 casos de bajo riesgo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ejemplo: cubrir con pruebas (9), documentación al día (17) o reparar CI fallido (13).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560320"/>
            <a:ext cx="3474720" cy="3108960"/>
          </a:xfrm>
          <a:prstGeom prst="rect">
            <a:avLst/>
          </a:prstGeom>
          <a:solidFill>
            <a:srgbClr val="1D2D52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4A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17720" y="3657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 el terreno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44348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instrucciones del repositorio, define criterios de terminado y deja claro qué revisa cada persona.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560320"/>
            <a:ext cx="3474720" cy="3108960"/>
          </a:xfrm>
          <a:prstGeom prst="rect">
            <a:avLst/>
          </a:prstGeom>
          <a:solidFill>
            <a:srgbClr val="1D2D52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4A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321040" y="3657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Mide y ajusta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44348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hasta el primer PR, tasa de aceptación de los cambios y defectos que llegan a producción.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4A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Agentes que ejecutan, personas que deciden.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2026-10-28T21:27:41Z</dcterms:created>
  <dcterms:modified xsi:type="dcterms:W3CDTF">2026-10-28T21:54:05Z</dcterms:modified>
</cp:coreProperties>
</file>